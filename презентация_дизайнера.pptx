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JRrjOFE/h64d6YzynoRCEphch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-6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board/oeuXzfpBAat6j8TcxH9ifc/Untitled?node-id=0-1&amp;t=9PoYFjMFSYDdjC0V-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85800" y="993620"/>
            <a:ext cx="7772400" cy="122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 дизайнера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Мягковой Анастасии</a:t>
            </a:r>
            <a:endParaRPr sz="36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311700" y="175808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Бриф на дизайн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225974" y="947708"/>
            <a:ext cx="8520600" cy="38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Проблема: низкая вовлеченность участников мероприятий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Целевая аудитория: потенциальные участники мероприятий от Неймарк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Решение: Web приложение в боте telegram с возможностью получать баллы за активность и заказывать мерч.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/>
        </p:nvSpPr>
        <p:spPr>
          <a:xfrm>
            <a:off x="133107" y="275820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Визуальная концепция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4376" y="1047712"/>
            <a:ext cx="2128826" cy="212884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5250263" y="1455319"/>
            <a:ext cx="2443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первоначальны</a:t>
            </a:r>
            <a:r>
              <a:rPr lang="ru-RU" sz="2000"/>
              <a:t>е</a:t>
            </a:r>
            <a:r>
              <a:rPr lang="ru-RU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логотипы</a:t>
            </a:r>
            <a:endParaRPr/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520" y="1047720"/>
            <a:ext cx="2128837" cy="212883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5135288" y="3730757"/>
            <a:ext cx="2443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окончательный логотип</a:t>
            </a:r>
            <a:endParaRPr/>
          </a:p>
        </p:txBody>
      </p:sp>
      <p:pic>
        <p:nvPicPr>
          <p:cNvPr id="70" name="Google Shape;70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3150" y="3253632"/>
            <a:ext cx="1662143" cy="1662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/>
        </p:nvSpPr>
        <p:spPr>
          <a:xfrm>
            <a:off x="133107" y="275820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Визуальная концепция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Цветовая система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3">
            <a:alphaModFix/>
          </a:blip>
          <a:srcRect t="37310"/>
          <a:stretch/>
        </p:blipFill>
        <p:spPr>
          <a:xfrm>
            <a:off x="-1639489" y="2563225"/>
            <a:ext cx="8090297" cy="2852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/>
          <p:cNvPicPr preferRelativeResize="0"/>
          <p:nvPr/>
        </p:nvPicPr>
        <p:blipFill rotWithShape="1">
          <a:blip r:embed="rId4">
            <a:alphaModFix/>
          </a:blip>
          <a:srcRect l="32890" t="34722" r="12657" b="23473"/>
          <a:stretch/>
        </p:blipFill>
        <p:spPr>
          <a:xfrm>
            <a:off x="5129212" y="2645657"/>
            <a:ext cx="3914776" cy="169059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640557" y="2101560"/>
            <a:ext cx="330219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Цветовая система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5715596" y="2183992"/>
            <a:ext cx="25140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648296" y="1545008"/>
            <a:ext cx="330219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Шрифт </a:t>
            </a:r>
            <a:r>
              <a:rPr lang="ru-RU" sz="28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Manrope</a:t>
            </a:r>
            <a:endParaRPr sz="28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>
            <a:spLocks noGrp="1"/>
          </p:cNvSpPr>
          <p:nvPr>
            <p:ph type="title"/>
          </p:nvPr>
        </p:nvSpPr>
        <p:spPr>
          <a:xfrm>
            <a:off x="311700" y="143457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b="1" i="0">
                <a:latin typeface="Arial"/>
                <a:ea typeface="Arial"/>
                <a:cs typeface="Arial"/>
                <a:sym typeface="Arial"/>
              </a:rPr>
              <a:t>Графические элементы и паттерны</a:t>
            </a:r>
            <a:endParaRPr/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l="24844" t="29723" r="45234" b="12082"/>
          <a:stretch/>
        </p:blipFill>
        <p:spPr>
          <a:xfrm>
            <a:off x="0" y="656298"/>
            <a:ext cx="2736058" cy="2993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 descr="Picture backgrou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5962" y="771531"/>
            <a:ext cx="2228270" cy="2228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5">
            <a:alphaModFix/>
          </a:blip>
          <a:srcRect l="55292" t="53253" r="11030" b="22113"/>
          <a:stretch/>
        </p:blipFill>
        <p:spPr>
          <a:xfrm>
            <a:off x="3127208" y="3149525"/>
            <a:ext cx="2228269" cy="1629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/>
        </p:nvSpPr>
        <p:spPr>
          <a:xfrm>
            <a:off x="311700" y="347258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UX-исследования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311700" y="1015275"/>
            <a:ext cx="8520600" cy="597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Moodboard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5" name="Google Shape;9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693" y="1027668"/>
            <a:ext cx="1967156" cy="1991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0248" y="800962"/>
            <a:ext cx="2122059" cy="2205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D68208-EE61-4364-A773-915BD0925B5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199" t="12214" r="24246" b="19747"/>
          <a:stretch/>
        </p:blipFill>
        <p:spPr>
          <a:xfrm>
            <a:off x="2228851" y="1470931"/>
            <a:ext cx="4531397" cy="3499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/>
        </p:nvSpPr>
        <p:spPr>
          <a:xfrm>
            <a:off x="311700" y="218671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Дизайн прототипа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0" y="740540"/>
            <a:ext cx="8968031" cy="95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Дизайн макет прототипа и скриншоты </a:t>
            </a:r>
            <a:br>
              <a:rPr lang="ru-RU" sz="2400" b="0" i="1" u="none" strike="noStrike" cap="non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l="13748" t="7361" r="18359" b="21804"/>
          <a:stretch/>
        </p:blipFill>
        <p:spPr>
          <a:xfrm>
            <a:off x="1595023" y="1387220"/>
            <a:ext cx="5777983" cy="3390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311700" y="218671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Дизайн прототипа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0" y="740540"/>
            <a:ext cx="8968031" cy="95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Внутреннее устройство и оформление профиля</a:t>
            </a:r>
            <a:br>
              <a:rPr lang="ru-RU" sz="2400" b="0" i="1" u="none" strike="noStrike" cap="non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1530" y="1421935"/>
            <a:ext cx="1707357" cy="17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 txBox="1"/>
          <p:nvPr/>
        </p:nvSpPr>
        <p:spPr>
          <a:xfrm>
            <a:off x="1675208" y="1910241"/>
            <a:ext cx="7696444" cy="95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Оформление внутренней валюты</a:t>
            </a:r>
            <a:br>
              <a:rPr lang="ru-RU" sz="2400" b="0" i="1" u="none" strike="noStrike" cap="non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915124" y="3241725"/>
            <a:ext cx="39171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 анимация кручения</a:t>
            </a:r>
            <a:br>
              <a:rPr lang="ru-RU" sz="2400" b="0" i="1" u="none" strike="noStrike" cap="non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Google Shape;11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1062" y="2862770"/>
            <a:ext cx="2044066" cy="1975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 txBox="1"/>
          <p:nvPr/>
        </p:nvSpPr>
        <p:spPr>
          <a:xfrm>
            <a:off x="311700" y="218671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Дизайн прототипа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4739878" y="1220707"/>
            <a:ext cx="3761184" cy="95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Оформление интерфейса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(профиль)</a:t>
            </a:r>
            <a:br>
              <a:rPr lang="ru-RU" sz="2400" b="0" i="1" u="none" strike="noStrike" cap="non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l="635" t="2916" r="30284"/>
          <a:stretch/>
        </p:blipFill>
        <p:spPr>
          <a:xfrm>
            <a:off x="0" y="946503"/>
            <a:ext cx="5364956" cy="4247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0"/>
          <p:cNvPicPr preferRelativeResize="0"/>
          <p:nvPr/>
        </p:nvPicPr>
        <p:blipFill rotWithShape="1">
          <a:blip r:embed="rId3">
            <a:alphaModFix/>
          </a:blip>
          <a:srcRect t="17825"/>
          <a:stretch/>
        </p:blipFill>
        <p:spPr>
          <a:xfrm>
            <a:off x="478419" y="514351"/>
            <a:ext cx="8353881" cy="6020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10"/>
          <p:cNvCxnSpPr/>
          <p:nvPr/>
        </p:nvCxnSpPr>
        <p:spPr>
          <a:xfrm flipH="1">
            <a:off x="5107680" y="2129442"/>
            <a:ext cx="1758069" cy="914963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27" name="Google Shape;127;p10"/>
          <p:cNvSpPr txBox="1"/>
          <p:nvPr/>
        </p:nvSpPr>
        <p:spPr>
          <a:xfrm>
            <a:off x="311700" y="178825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Дизайн прототипа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-103585" y="1199275"/>
            <a:ext cx="3761184" cy="952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Оформление интерфейса</a:t>
            </a:r>
            <a:endParaRPr/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(товары)</a:t>
            </a:r>
            <a:br>
              <a:rPr lang="ru-RU" sz="2400" b="0" i="1" u="none" strike="noStrike" cap="non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400" b="0" i="1" u="none" strike="noStrike" cap="none">
              <a:solidFill>
                <a:srgbClr val="FF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10"/>
          <p:cNvCxnSpPr/>
          <p:nvPr/>
        </p:nvCxnSpPr>
        <p:spPr>
          <a:xfrm flipH="1">
            <a:off x="4819973" y="1387098"/>
            <a:ext cx="2045776" cy="1459859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30" name="Google Shape;130;p10"/>
          <p:cNvSpPr/>
          <p:nvPr/>
        </p:nvSpPr>
        <p:spPr>
          <a:xfrm>
            <a:off x="6715125" y="1199275"/>
            <a:ext cx="1521619" cy="493794"/>
          </a:xfrm>
          <a:prstGeom prst="roundRect">
            <a:avLst>
              <a:gd name="adj" fmla="val 16667"/>
            </a:avLst>
          </a:prstGeom>
          <a:solidFill>
            <a:srgbClr val="8CB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6715124" y="1276895"/>
            <a:ext cx="161182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Цена товара</a:t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6715125" y="1862538"/>
            <a:ext cx="1521619" cy="493794"/>
          </a:xfrm>
          <a:prstGeom prst="roundRect">
            <a:avLst>
              <a:gd name="adj" fmla="val 16667"/>
            </a:avLst>
          </a:prstGeom>
          <a:solidFill>
            <a:srgbClr val="8CB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6745335" y="1817047"/>
            <a:ext cx="16118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Возможность заказа</a:t>
            </a:r>
            <a:endParaRPr/>
          </a:p>
        </p:txBody>
      </p:sp>
      <p:cxnSp>
        <p:nvCxnSpPr>
          <p:cNvPr id="134" name="Google Shape;134;p10"/>
          <p:cNvCxnSpPr/>
          <p:nvPr/>
        </p:nvCxnSpPr>
        <p:spPr>
          <a:xfrm flipH="1">
            <a:off x="5107681" y="2870325"/>
            <a:ext cx="1758068" cy="856032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35" name="Google Shape;135;p10"/>
          <p:cNvSpPr/>
          <p:nvPr/>
        </p:nvSpPr>
        <p:spPr>
          <a:xfrm>
            <a:off x="6715124" y="2605916"/>
            <a:ext cx="1521619" cy="493794"/>
          </a:xfrm>
          <a:prstGeom prst="roundRect">
            <a:avLst>
              <a:gd name="adj" fmla="val 16667"/>
            </a:avLst>
          </a:prstGeom>
          <a:solidFill>
            <a:srgbClr val="8CB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6805542" y="2554570"/>
            <a:ext cx="16118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Карточка товара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/>
        </p:nvSpPr>
        <p:spPr>
          <a:xfrm>
            <a:off x="311700" y="366845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Дизайн презентации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p11"/>
          <p:cNvPicPr preferRelativeResize="0"/>
          <p:nvPr/>
        </p:nvPicPr>
        <p:blipFill rotWithShape="1">
          <a:blip r:embed="rId3">
            <a:alphaModFix/>
          </a:blip>
          <a:srcRect l="17946" t="16945" r="17457" b="18539"/>
          <a:stretch/>
        </p:blipFill>
        <p:spPr>
          <a:xfrm>
            <a:off x="1653911" y="1352241"/>
            <a:ext cx="5836177" cy="327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/>
          <p:nvPr/>
        </p:nvSpPr>
        <p:spPr>
          <a:xfrm>
            <a:off x="7654414" y="1049120"/>
            <a:ext cx="1238864" cy="771900"/>
          </a:xfrm>
          <a:prstGeom prst="roundRect">
            <a:avLst>
              <a:gd name="adj" fmla="val 16667"/>
            </a:avLst>
          </a:prstGeom>
          <a:solidFill>
            <a:srgbClr val="8CB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1"/>
          <p:cNvSpPr txBox="1"/>
          <p:nvPr/>
        </p:nvSpPr>
        <p:spPr>
          <a:xfrm>
            <a:off x="7654413" y="1138745"/>
            <a:ext cx="161182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Заголовок слайда</a:t>
            </a:r>
            <a:endParaRPr/>
          </a:p>
        </p:txBody>
      </p:sp>
      <p:cxnSp>
        <p:nvCxnSpPr>
          <p:cNvPr id="145" name="Google Shape;145;p11"/>
          <p:cNvCxnSpPr/>
          <p:nvPr/>
        </p:nvCxnSpPr>
        <p:spPr>
          <a:xfrm flipH="1">
            <a:off x="7034981" y="1442444"/>
            <a:ext cx="619433" cy="297866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6" name="Google Shape;146;p11"/>
          <p:cNvCxnSpPr/>
          <p:nvPr/>
        </p:nvCxnSpPr>
        <p:spPr>
          <a:xfrm rot="10800000">
            <a:off x="6408175" y="2757948"/>
            <a:ext cx="464755" cy="818723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47" name="Google Shape;147;p11"/>
          <p:cNvSpPr/>
          <p:nvPr/>
        </p:nvSpPr>
        <p:spPr>
          <a:xfrm>
            <a:off x="6582696" y="3513497"/>
            <a:ext cx="2030361" cy="1421194"/>
          </a:xfrm>
          <a:prstGeom prst="roundRect">
            <a:avLst>
              <a:gd name="adj" fmla="val 16667"/>
            </a:avLst>
          </a:prstGeom>
          <a:solidFill>
            <a:srgbClr val="8CB5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6812709" y="3576671"/>
            <a:ext cx="1611824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Градиентные вставки текста в стиле Неймарка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311700" y="304396"/>
            <a:ext cx="8520600" cy="7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ru-RU" sz="36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ИНСТРУМЕНТЫ</a:t>
            </a:r>
            <a:endParaRPr sz="36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1907381" y="1076296"/>
            <a:ext cx="5217562" cy="63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Figma, Pinterest, компас 3д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-277295" y="1547783"/>
            <a:ext cx="4793457" cy="63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Оформление макетов прототипа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2887265" y="2191266"/>
            <a:ext cx="3369469" cy="63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Поиск картинок для мудборда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5611658" y="1547783"/>
            <a:ext cx="3026569" cy="63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3д детали и оформление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3">
            <a:alphaModFix/>
          </a:blip>
          <a:srcRect l="13748" t="7361" r="18359" b="21804"/>
          <a:stretch/>
        </p:blipFill>
        <p:spPr>
          <a:xfrm>
            <a:off x="311700" y="2699680"/>
            <a:ext cx="2749032" cy="161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54040" y="3244206"/>
            <a:ext cx="1524243" cy="15242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2"/>
          <p:cNvCxnSpPr/>
          <p:nvPr/>
        </p:nvCxnSpPr>
        <p:spPr>
          <a:xfrm rot="10800000" flipH="1">
            <a:off x="2793206" y="1547783"/>
            <a:ext cx="328613" cy="1661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p12"/>
          <p:cNvCxnSpPr>
            <a:stCxn id="156" idx="0"/>
          </p:cNvCxnSpPr>
          <p:nvPr/>
        </p:nvCxnSpPr>
        <p:spPr>
          <a:xfrm rot="10800000">
            <a:off x="4572000" y="1547766"/>
            <a:ext cx="0" cy="64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p12"/>
          <p:cNvCxnSpPr/>
          <p:nvPr/>
        </p:nvCxnSpPr>
        <p:spPr>
          <a:xfrm rot="10800000">
            <a:off x="5943600" y="1550696"/>
            <a:ext cx="607219" cy="114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63" name="Google Shape;163;p12"/>
          <p:cNvPicPr preferRelativeResize="0"/>
          <p:nvPr/>
        </p:nvPicPr>
        <p:blipFill rotWithShape="1">
          <a:blip r:embed="rId5">
            <a:alphaModFix/>
          </a:blip>
          <a:srcRect l="37017" t="35505" r="35640" b="17550"/>
          <a:stretch/>
        </p:blipFill>
        <p:spPr>
          <a:xfrm>
            <a:off x="6147564" y="2571750"/>
            <a:ext cx="2058036" cy="198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/>
        </p:nvSpPr>
        <p:spPr>
          <a:xfrm>
            <a:off x="633600" y="2571750"/>
            <a:ext cx="7876800" cy="22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Мягкова Анастасия Андреевна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Дизайнер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0" i="1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Тел 89200082079</a:t>
            </a:r>
            <a:endParaRPr sz="2400" b="0" i="1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i="1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https://www.figma.com/board/oeuXzfpBAat6j8TcxH9ifc/Untitled?node-id=0-1&amp;t=9PoYFjMFSYDdjC0V-1</a:t>
            </a:r>
            <a:r>
              <a:rPr lang="ru-RU" i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ссылка на figma</a:t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7226" y="315776"/>
            <a:ext cx="2769549" cy="207717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169</Words>
  <Application>Microsoft Office PowerPoint</Application>
  <PresentationFormat>Экран (16:9)</PresentationFormat>
  <Paragraphs>44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Montserrat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Графические элементы и паттерны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Boss</dc:creator>
  <cp:lastModifiedBy>mir mir</cp:lastModifiedBy>
  <cp:revision>3</cp:revision>
  <dcterms:modified xsi:type="dcterms:W3CDTF">2025-01-27T08:50:45Z</dcterms:modified>
</cp:coreProperties>
</file>